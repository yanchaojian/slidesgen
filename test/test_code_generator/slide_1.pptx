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audience to the importance of sequence transduction tasks in NLP and the limitations of traditional methods like RNNs and CNNs.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  <a:p>
            <a:pPr algn="ctr">
              <a:defRPr sz="3200" b="1">
                <a:solidFill>
                  <a:srgbClr val="F5F5F5"/>
                </a:solidFill>
                <a:latin typeface="Arial"/>
              </a:defRPr>
            </a:pPr>
            <a:r>
              <a:t>Background: Sequence Transduction in NLP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7315200" cy="3657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  <a:p>
            <a:pPr>
              <a:defRPr sz="1800">
                <a:solidFill>
                  <a:srgbClr val="1A3A5C"/>
                </a:solidFill>
                <a:latin typeface="Arial"/>
              </a:defRPr>
            </a:pPr>
            <a:r>
              <a:t>Sequence transduction tasks, such as machine translation and language modeling, are critical in natural language processing.</a:t>
            </a:r>
          </a:p>
          <a:p>
            <a:pPr>
              <a:defRPr sz="1800">
                <a:solidFill>
                  <a:srgbClr val="1A3A5C"/>
                </a:solidFill>
                <a:latin typeface="Arial"/>
              </a:defRPr>
            </a:pPr>
            <a:r>
              <a:t>Historically, recurrent neural networks (RNNs) and convolutional neural networks (CNNs) have been the state-of-the-art approaches for these tasks.</a:t>
            </a:r>
          </a:p>
          <a:p>
            <a:pPr>
              <a:defRPr sz="1800">
                <a:solidFill>
                  <a:srgbClr val="1A3A5C"/>
                </a:solidFill>
                <a:latin typeface="Arial"/>
              </a:defRPr>
            </a:pPr>
            <a:r>
              <a:t>These models rely on sequential computation, which limits parallelization and increases training time.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