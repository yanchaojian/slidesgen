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_img1.jpg"/>
  <Relationship Id="rId10" Type="http://schemas.openxmlformats.org/officeDocument/2006/relationships/notesSlide" Target="../notesSlides/notesSlide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F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4852" y="446246"/>
            <a:ext cx="10346229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5" b="1" dirty="0">
                <a:solidFill>
                  <a:srgbClr val="003F87"/>
                </a:solidFill>
                <a:latin typeface="Arial"/>
                <a:ea typeface="Microsoft YaHei"/>
                <a:cs typeface="Arial"/>
              </a:rPr>
              <a:t>Technical Approach: Transformer Architecture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31545" y="1345882"/>
            <a:ext cx="152479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The Transformer consists of an encoder-decoder structure using</a:t>
            </a:r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stacked self-attention and point-wise, fully connected layers.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545" y="2298382"/>
            <a:ext cx="141875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Key components include multi-head attention, scaled dot-product</a:t>
            </a:r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attention, and position-wise feed-forward networks.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545" y="3250882"/>
            <a:ext cx="79340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Positional encodings are used to inject sequence order</a:t>
            </a:r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information.</a:t>
            </a:r>
          </a:p>
        </p:txBody>
      </p:sp>
      <p:sp>
        <p:nvSpPr>
          <p:cNvPr id="9" name="Rectangle 9"/>
          <p:cNvSpPr/>
          <p:nvPr/>
        </p:nvSpPr>
        <p:spPr>
          <a:xfrm>
            <a:off x="8096250" y="1409700"/>
            <a:ext cx="4038600" cy="30861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0" y="1524000"/>
            <a:ext cx="3810000" cy="2857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079105" y="4331018"/>
            <a:ext cx="119333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(left) Scaled Dot-Product Attention. (right) Multi-Head Attention consists of several attention layers running in parallel.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41821" y="63636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