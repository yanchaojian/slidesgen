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_img1.jpg"/>
  <Relationship Id="rId10" Type="http://schemas.openxmlformats.org/officeDocument/2006/relationships/notesSlide" Target="../notesSlides/notesSlide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F8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4852" y="65246"/>
            <a:ext cx="10346229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5" b="1" dirty="0">
                <a:solidFill>
                  <a:srgbClr val="003F87"/>
                </a:solidFill>
                <a:latin typeface="Arial"/>
                <a:ea typeface="Microsoft YaHei"/>
                <a:cs typeface="Arial"/>
              </a:rPr>
              <a:t>Technical Approach: Transformer Architecture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CCCCC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31545" y="1345882"/>
            <a:ext cx="105728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The Transformer consists of an encoder-decoder structure using stacked self-attention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545" y="1359218"/>
            <a:ext cx="47169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and point-wise, fully connected layers.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1545" y="2298382"/>
            <a:ext cx="91028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Key components include multi-head attention, scaled dot-product attention,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1545" y="2311718"/>
            <a:ext cx="51266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and position-wise feed-forward networks.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1545" y="3250882"/>
            <a:ext cx="80063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Positional encodings are used to inject sequence order information.</a:t>
            </a:r>
          </a:p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998" y="1524000"/>
            <a:ext cx="5374005" cy="2857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602855" y="4331018"/>
            <a:ext cx="84040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(left) Scaled Dot-Product Attention. (right) Multi-Head Attention consists of several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02855" y="4346258"/>
            <a:ext cx="35044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attention layers running in parallel.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26165" y="63636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