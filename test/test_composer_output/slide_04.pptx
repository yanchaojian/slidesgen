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1_img1.jpg"/>
  <Relationship Id="rId10" Type="http://schemas.openxmlformats.org/officeDocument/2006/relationships/notesSlide" Target="../notesSlides/notesSlide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F8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4852" y="446246"/>
            <a:ext cx="10346229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925" b="1" dirty="0">
                <a:solidFill>
                  <a:srgbClr val="003F87"/>
                </a:solidFill>
                <a:latin typeface="Arial"/>
                <a:ea typeface="Microsoft YaHei"/>
                <a:cs typeface="Arial"/>
              </a:rPr>
              <a:t>Technical Approach: Transformer Architecture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9525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CCCCC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31545" y="1345882"/>
            <a:ext cx="105728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The Transformer consists of an encoder-decoder structure using stacked self-attention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545" y="1361122"/>
            <a:ext cx="471697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and point-wise, fully connected layers.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1545" y="2298382"/>
            <a:ext cx="910285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Key components include multi-head attention, scaled dot-product attention,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1545" y="2313623"/>
            <a:ext cx="512664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and position-wise feed-forward networks.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1545" y="3250882"/>
            <a:ext cx="80063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Positional encodings are used to inject sequence order information.</a:t>
            </a:r>
          </a:p>
        </p:txBody>
      </p:sp>
      <p:pic>
        <p:nvPicPr>
          <p:cNvPr id="11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7998" y="1524000"/>
            <a:ext cx="5374005" cy="2857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7602855" y="4331018"/>
            <a:ext cx="76350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(left) Scaled Dot-Product Attention. (right) Multi-Head Attention consists of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02855" y="4346258"/>
            <a:ext cx="42733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several attention layers running in parallel.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141821" y="636365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