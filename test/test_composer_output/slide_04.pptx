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png" ContentType="image/png"/>
  <Default Extension="jpg" ContentType="image/jpeg"/>
  <Override PartName="/ppt/notesSlides/notesSlide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s1_img1.jpg"/>
  <Relationship Id="rId10" Type="http://schemas.openxmlformats.org/officeDocument/2006/relationships/notesSlide" Target="../notesSlides/notesSlide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003F87"/>
          </a:solidFill>
          <a:ln>
            <a:noFill/>
          </a:ln>
        </p:spPr>
      </p:sp>
      <p:sp>
        <p:nvSpPr>
          <p:cNvPr id="4" name="Line 4"/>
          <p:cNvSpPr/>
          <p:nvPr/>
        </p:nvSpPr>
        <p:spPr>
          <a:xfrm>
            <a:off x="762000" y="9525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CCCCCC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24852" y="65246"/>
            <a:ext cx="10346229" cy="594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925" b="1" dirty="0">
                <a:solidFill>
                  <a:srgbClr val="003F87"/>
                </a:solidFill>
                <a:latin typeface="Arial"/>
                <a:ea typeface="Microsoft YaHei"/>
                <a:cs typeface="Arial"/>
              </a:rPr>
              <a:t>Technical Approach: Transformer Architecture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31545" y="1536382"/>
            <a:ext cx="105728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The Transformer consists of an encoder-decoder structure using stacked self-attention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31545" y="1549718"/>
            <a:ext cx="471697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and point-wise, fully connected layers.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31545" y="2298382"/>
            <a:ext cx="957276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Key components include multi-head attention, scaled dot-product attention, and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31545" y="2311718"/>
            <a:ext cx="465672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position-wise feed-forward networks.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31545" y="3250882"/>
            <a:ext cx="800638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Positional encodings are used to inject sequence order information.</a:t>
            </a:r>
          </a:p>
        </p:txBody>
      </p:sp>
      <p:pic>
        <p:nvPicPr>
          <p:cNvPr id="11" name="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7998" y="1524000"/>
            <a:ext cx="5374005" cy="28575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7602855" y="4331018"/>
            <a:ext cx="840405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(left) Scaled Dot-Product Attention. (right) Multi-Head Attention consists of several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602855" y="4344352"/>
            <a:ext cx="350443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attention layers running in parallel.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141821" y="636365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