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Default Extension="jpg" ContentType="image/jpeg"/>
  <Override PartName="/ppt/notesSlides/notesSlide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s1_img1.jpg"/>
  <Relationship Id="rId10" Type="http://schemas.openxmlformats.org/officeDocument/2006/relationships/notesSlide" Target="../notesSlides/notesSlide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03F87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6760" y="251460"/>
            <a:ext cx="42446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F87"/>
                </a:solidFill>
                <a:latin typeface="Arial"/>
                <a:ea typeface="Microsoft YaHei"/>
                <a:cs typeface="Arial"/>
              </a:rPr>
              <a:t>Technical Approach: Transformer Architecture</a:t>
            </a:r>
          </a:p>
        </p:txBody>
      </p:sp>
      <p:sp>
        <p:nvSpPr>
          <p:cNvPr id="5" name="Line 5"/>
          <p:cNvSpPr/>
          <p:nvPr/>
        </p:nvSpPr>
        <p:spPr>
          <a:xfrm>
            <a:off x="762000" y="9525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CCCCCC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937260" y="1394460"/>
            <a:ext cx="111419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The Transformer consists of an encoder-decoder structure using stacked self-attention and point-wise, fully connected layers.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7260" y="2346960"/>
            <a:ext cx="10370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Key components include multi-head attention, scaled dot-product attention, and position-wise feed-forward networks.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7260" y="3299460"/>
            <a:ext cx="582282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Positional encodings are used to inject sequence order information.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998" y="1524000"/>
            <a:ext cx="5374005" cy="28575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7604760" y="4347210"/>
            <a:ext cx="1060742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(left) Scaled Dot-Product Attention. (right) Multi-Head Attention consists of several attention layers running in parallel.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680954" y="6347460"/>
            <a:ext cx="57378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04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