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Dive deeper into self-attention and positional encoding, using a figure to illustrate long-distance dependencies.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Technical Details: Self-Attention and Positional Encoding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Presenter Name | Slide Number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28700"/>
            <a:ext cx="8229600" cy="9144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029200" cy="411480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</a:p>
          <a:p>
            <a:pPr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Self-attention enables the model to capture dependencies between tokens, regardless of their distance in the sequence.</a:t>
            </a:r>
          </a:p>
          <a:p>
            <a:pPr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Positional encoding uses sine and cosine functions to represent the position of tokens.</a:t>
            </a:r>
          </a:p>
          <a:p>
            <a:pPr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These components work together to model sequence order and relationships effectively.</a:t>
            </a:r>
          </a:p>
        </p:txBody>
      </p:sp>
      <p:pic>
        <p:nvPicPr>
          <p:cNvPr id="8" name="Picture 7" descr="_page_12_Figure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2743200" cy="138617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5486400"/>
            <a:ext cx="27432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An example of the attention mechanism following long-distance dependencies in the encoder self-attention in layer 5 of 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