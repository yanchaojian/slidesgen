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specific challenges faced by traditional models and set the stage for the proposed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2900"/>
            <a:ext cx="8229600" cy="3429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Problem: Limitations of Traditional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829300"/>
            <a:ext cx="9144000" cy="10287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6057900"/>
            <a:ext cx="1828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>
                <a:solidFill>
                  <a:srgbClr val="333333"/>
                </a:solidFill>
              </a:rPr>
              <a:t>Academic Blue Professional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457700"/>
          </a:xfrm>
          <a:prstGeom prst="rect">
            <a:avLst/>
          </a:prstGeom>
          <a:solidFill>
            <a:srgbClr val="E6F0FA"/>
          </a:solidFill>
        </p:spPr>
        <p:txBody>
          <a:bodyPr wrap="square" lIns="457200" tIns="457200" rIns="457200" bIns="457200">
            <a:normAutofit/>
          </a:bodyPr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RNNs and CNNs face challenges in parallelization due to their sequential nature, which affects training efficiency and scalability.</a:t>
            </a:r>
            <a:br/>
            <a:r>
              <a:t>These models struggle with long-range dependencies, requiring significant computational resources.</a:t>
            </a:r>
            <a:br/>
            <a:r>
              <a:t>A more efficient and scalable approach is needed to address these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