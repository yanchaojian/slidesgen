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the qualitative insights gained from analyzing attention heads, supported by visual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28700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4343400"/>
            <a:ext cx="18288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 algn="r"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Slide 8 | Academic Blue Professional Theme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0"/>
            <a:ext cx="9144000" cy="10287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 algn="ctr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Analysis: Attention Mechanism Insights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4572000" cy="4457700"/>
          </a:xfrm>
          <a:prstGeom prst="rect">
            <a:avLst/>
          </a:prstGeom>
          <a:solidFill>
            <a:srgbClr val="E6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  <a:p>
            <a:pPr algn="l"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Attention heads capture long-distance dependencies, crucial for understanding complex sentence structures.</a:t>
            </a:r>
            <a:br/>
            <a:r>
              <a:t>Some attention heads specialize in tasks like anaphora resolution and syntactic structure modeling.</a:t>
            </a:r>
            <a:br/>
            <a:r>
              <a:t>These insights demonstrate the versatility and effectiveness of the attention mechanism.</a:t>
            </a:r>
          </a:p>
        </p:txBody>
      </p:sp>
      <p:pic>
        <p:nvPicPr>
          <p:cNvPr id="9" name="Picture 8" descr="_page_13_Figure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371600"/>
            <a:ext cx="3429000" cy="4457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57800" y="5829300"/>
            <a:ext cx="34290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 algn="ctr"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Two attention heads, also in layer 5 of 6, apparently involved in anaphora resolution.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