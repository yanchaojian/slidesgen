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a high-level overview of the Transformer model and its key innovations, supported by the architecture diagram.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287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28700"/>
            <a:ext cx="8229600" cy="18288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58293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Academic Blue Professional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0"/>
            <a:ext cx="9144000" cy="1028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Solution Overview: The Transformer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4114800" cy="30861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The Transformer introduces a novel architecture based entirely on attention mechanisms, eliminating recurrence and convolution.</a:t>
            </a:r>
          </a:p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This approach enhances parallelization, reduces training time, and improves translation quality.</a:t>
            </a:r>
          </a:p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</a:p>
          <a:p>
            <a:pPr algn="l">
              <a:defRPr sz="1800">
                <a:solidFill>
                  <a:srgbClr val="333333"/>
                </a:solidFill>
                <a:latin typeface="Microsoft YaHei"/>
              </a:defRPr>
            </a:pPr>
            <a:r>
              <a:t>Key innovations include multi-head self-attention and positional encoding to capture sequence order.</a:t>
            </a:r>
          </a:p>
        </p:txBody>
      </p:sp>
      <p:pic>
        <p:nvPicPr>
          <p:cNvPr id="9" name="Picture 8" descr="_page_2_Figure_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200400" cy="3086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0" y="45720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Microsoft YaHei"/>
              </a:defRPr>
            </a:pPr>
            <a:r>
              <a:t>The Transformer - model architecture.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