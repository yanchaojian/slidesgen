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Provide an overview of the experimental setup, including datasets, metrics, and baseline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28700"/>
          </a:xfrm>
          <a:prstGeom prst="rect">
            <a:avLst/>
          </a:prstGeom>
          <a:solidFill>
            <a:srgbClr val="003F8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9144000" cy="10287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3200">
                <a:solidFill>
                  <a:srgbClr val="FFFFFF"/>
                </a:solidFill>
                <a:latin typeface="Microsoft YaHei"/>
              </a:defRPr>
            </a:pPr>
            <a:r>
              <a:t>Experimental Setup: Datasets and Metrics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28700"/>
            <a:ext cx="9144000" cy="18288"/>
          </a:xfrm>
          <a:prstGeom prst="rect">
            <a:avLst/>
          </a:prstGeom>
          <a:solidFill>
            <a:srgbClr val="003F8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F5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46863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t>Footer 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85900"/>
            <a:ext cx="8229600" cy="30861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Experiments were conducted on WMT 2014 English-to-German and English-to-French translation tasks.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BLEU scores were used as the primary evaluation metric to measure translation quality.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Baseline methods included state-of-the-art RNN and CNN models.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