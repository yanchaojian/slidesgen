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core attention mechanisms used in the Transformer, supported by visual illustrations.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003F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8700"/>
            <a:ext cx="9144000" cy="18288"/>
          </a:xfrm>
          <a:prstGeom prst="rect">
            <a:avLst/>
          </a:prstGeom>
          <a:solidFill>
            <a:srgbClr val="003F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b="1" sz="3200">
                <a:solidFill>
                  <a:srgbClr val="003F87"/>
                </a:solidFill>
                <a:latin typeface="Microsoft YaHei"/>
              </a:rPr>
              <a:t>Methodology: Attention Mechanisms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114800" cy="30861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The Transformer uses scaled dot-product attention to compute attention weights efficiently.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Multi-head attention allows the model to focus on different parts of the input sequence simultaneously.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Positional encoding helps the model understand the order of tokens in a sequence.</a:t>
            </a:r>
          </a:p>
        </p:txBody>
      </p:sp>
      <p:pic>
        <p:nvPicPr>
          <p:cNvPr id="8" name="Picture 7" descr="_page_3_Figure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5803507" cy="3086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0" y="4457700"/>
            <a:ext cx="36576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Microsoft YaHei"/>
              </a:rPr>
              <a:t>(left) Scaled Dot-Product Attention. (right) Multi-Head Attention consists of several attention layers running in parallel.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