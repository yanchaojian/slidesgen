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impact of the Transformer and outline potential future research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9144000" cy="18288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Generated by Python-pptx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"/>
            <a:ext cx="9144000" cy="1028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Conclusion: Impact and 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Transformer sets a new benchmark for sequence transduction models, offering faster training and improved performance.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Future work includes extending the model to other modalities like images and audio.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Exploring restricted attention mechanisms for large inputs is another promising 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