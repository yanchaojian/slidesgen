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audience to the importance of sequence transduction models and the role of attention mechanisms in advancing the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9144000" cy="0"/>
          </a:xfrm>
          <a:prstGeom prst="line">
            <a:avLst/>
          </a:prstGeom>
          <a:ln w="12700">
            <a:solidFill>
              <a:srgbClr val="003F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3F87"/>
                </a:solidFill>
                <a:latin typeface="Microsoft YaHei"/>
              </a:rPr>
              <a:t>Background: Sequence Transduction Models in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5900"/>
            <a:ext cx="7315200" cy="3086100"/>
          </a:xfrm>
          <a:prstGeom prst="rect">
            <a:avLst/>
          </a:prstGeom>
          <a:solidFill>
            <a:srgbClr val="E6F0FA"/>
          </a:solidFill>
          <a:ln>
            <a:solidFill>
              <a:srgbClr val="E6F0FA"/>
            </a:solidFill>
          </a:ln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Sequence transduction models are foundational for tasks like language modeling, machine translation, and parsing.</a:t>
            </a:r>
          </a:p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Traditional models rely on recurrent neural networks (RNNs) and convolutional neural networks (CNNs), which are computationally intensive.</a:t>
            </a:r>
          </a:p>
          <a:p>
            <a:pPr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Attention mechanisms have emerged as a powerful tool to model dependencies in sequences, enabling more efficient computation.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