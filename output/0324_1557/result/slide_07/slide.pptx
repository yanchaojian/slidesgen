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superior BLEU scores and reduced training costs achieved by the Transformer.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9144000" cy="18288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200" b="1">
                <a:solidFill>
                  <a:srgbClr val="003F87"/>
                </a:solidFill>
                <a:latin typeface="Microsoft YaHei"/>
              </a:defRPr>
            </a:pPr>
            <a:r>
              <a:t>Results: Translation Quality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7315200" cy="1828800"/>
          </a:xfrm>
          <a:prstGeom prst="rect">
            <a:avLst/>
          </a:prstGeom>
          <a:solidFill>
            <a:srgbClr val="E6F0FA"/>
          </a:solidFill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The Transformer achieves 28.4 BLEU on English-to-German, improving over the existing best results by over 2 BLEU.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On English-to-French, the Transformer establishes a new single-model state-of-the-art BLEU score of 41.8.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Training time was significantly reduced compared to previous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7315200" cy="1371600"/>
          </a:xfrm>
          <a:prstGeom prst="rect">
            <a:avLst/>
          </a:prstGeom>
          <a:solidFill>
            <a:srgbClr val="E6F0FA"/>
          </a:solidFill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Transformer achieves better BLEU scores than previous state-of-the-art models on the English-to-German and English-to-French newstest2014 tests at a fraction of the training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