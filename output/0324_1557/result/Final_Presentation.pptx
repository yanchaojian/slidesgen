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audience to the importance of sequence transduction models and the role of attention mechanisms in advancing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specific challenges faced by traditional models and set the stage for the proposed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high-level overview of the Transformer model and its key innovations, supported by the architecture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core attention mechanisms used in the Transformer, supported by visual illustrations.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 deeper into self-attention and positional encoding, using a figure to illustrate long-distance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an overview of the experimental setup, including datasets, metrics, and baseline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qualitative insights gained from analyzing attention heads, supported by visual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impact of the Transformer and outline potential future research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audience engagement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9144000" cy="0"/>
          </a:xfrm>
          <a:prstGeom prst="line">
            <a:avLst/>
          </a:prstGeom>
          <a:ln w="12700">
            <a:solidFill>
              <a:srgbClr val="003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3F87"/>
                </a:solidFill>
                <a:latin typeface="Microsoft YaHei"/>
              </a:rPr>
              <a:t>Background: Sequence Transduction Models in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5900"/>
            <a:ext cx="7315200" cy="308610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Sequence transduction models are foundational for tasks like language modeling, machine translation, and parsing.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Traditional models rely on recurrent neural networks (RNNs) and convolutional neural networks (CNNs), which are computationally intensive.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Attention mechanisms have emerged as a powerful tool to model dependencies in sequences, enabling more efficient computation.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42900"/>
            <a:ext cx="8229600" cy="3429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Problem: Limitations of Traditional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829300"/>
            <a:ext cx="9144000" cy="10287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6057900"/>
            <a:ext cx="1828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>
                <a:solidFill>
                  <a:srgbClr val="333333"/>
                </a:solidFill>
              </a:rPr>
              <a:t>Academic Blue Professional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457700"/>
          </a:xfrm>
          <a:prstGeom prst="rect">
            <a:avLst/>
          </a:prstGeom>
          <a:solidFill>
            <a:srgbClr val="E6F0FA"/>
          </a:solidFill>
        </p:spPr>
        <p:txBody>
          <a:bodyPr wrap="square" lIns="457200" tIns="457200" rIns="457200" bIns="457200">
            <a:normAutofit/>
          </a:bodyPr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RNNs and CNNs face challenges in parallelization due to their sequential nature, which affects training efficiency and scalability.</a:t>
            </a:r>
            <a:br/>
            <a:r>
              <a:t>These models struggle with long-range dependencies, requiring significant computational resources.</a:t>
            </a:r>
            <a:br/>
            <a:r>
              <a:t>A more efficient and scalable approach is needed to address these limitations.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8700"/>
            <a:ext cx="8229600" cy="1828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58293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Academic Blue Professional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9144000" cy="1028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Solution Overview: The Transformer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114800" cy="3086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 Transformer introduces a novel architecture based entirely on attention mechanisms, eliminating recurrence and convolution.</a:t>
            </a: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This approach enhances parallelization, reduces training time, and improves translation quality.</a:t>
            </a: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Key innovations include multi-head self-attention and positional encoding to capture sequence order.</a:t>
            </a:r>
          </a:p>
        </p:txBody>
      </p:sp>
      <p:pic>
        <p:nvPicPr>
          <p:cNvPr id="9" name="Picture 8" descr="_page_2_Figure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3086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0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The Transformer - model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8700"/>
            <a:ext cx="9144000" cy="18288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b="1" sz="3200">
                <a:solidFill>
                  <a:srgbClr val="003F87"/>
                </a:solidFill>
                <a:latin typeface="Microsoft YaHei"/>
              </a:rPr>
              <a:t>Methodology: Attention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114800" cy="3086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 Transformer uses scaled dot-product attention to compute attention weights efficiently.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Multi-head attention allows the model to focus on different parts of the input sequence simultaneously.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Positional encoding helps the model understand the order of tokens in a sequence.</a:t>
            </a:r>
          </a:p>
        </p:txBody>
      </p:sp>
      <p:pic>
        <p:nvPicPr>
          <p:cNvPr id="8" name="Picture 7" descr="_page_3_Figure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5803507" cy="3086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0" y="4457700"/>
            <a:ext cx="3657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icrosoft YaHei"/>
              </a:rPr>
              <a:t>(left) Scaled Dot-Product Attention. (right) Multi-Head Attention consists of several attention layers running in parallel.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Technical Details: Self-Attention and Positional Encoding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Presenter Name | Slide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8700"/>
            <a:ext cx="8229600" cy="914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0" cy="41148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Self-attention enables the model to capture dependencies between tokens, regardless of their distance in the sequence.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Positional encoding uses sine and cosine functions to represent the position of tokens.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These components work together to model sequence order and relationships effectively.</a:t>
            </a:r>
          </a:p>
        </p:txBody>
      </p:sp>
      <p:pic>
        <p:nvPicPr>
          <p:cNvPr id="8" name="Picture 7" descr="_page_12_Figure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1386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5486400"/>
            <a:ext cx="2743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An example of the attention mechanism following long-distance dependencies in the encoder self-attention in layer 5 of 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1028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  <a:latin typeface="Microsoft YaHei"/>
              </a:defRPr>
            </a:pPr>
            <a:r>
              <a:t>Experimental Setup: Datasets and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8700"/>
            <a:ext cx="9144000" cy="18288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6863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Footer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85900"/>
            <a:ext cx="8229600" cy="3086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Experiments were conducted on WMT 2014 English-to-German and English-to-French translation tasks.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BLEU scores were used as the primary evaluation metric to measure translation quality.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Baseline methods included state-of-the-art RNN and CNN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4343400"/>
            <a:ext cx="1828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Slide 8 | Academic Blue Professional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9144000" cy="1028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Analysis: Attention Mechanism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00" cy="44577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Attention heads capture long-distance dependencies, crucial for understanding complex sentence structures.</a:t>
            </a:r>
            <a:br/>
            <a:r>
              <a:t>Some attention heads specialize in tasks like anaphora resolution and syntactic structure modeling.</a:t>
            </a:r>
            <a:br/>
            <a:r>
              <a:t>These insights demonstrate the versatility and effectiveness of the attention mechanism.</a:t>
            </a:r>
          </a:p>
        </p:txBody>
      </p:sp>
      <p:pic>
        <p:nvPicPr>
          <p:cNvPr id="9" name="Picture 8" descr="_page_13_Figure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371600"/>
            <a:ext cx="3429000" cy="4457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7800" y="5829300"/>
            <a:ext cx="3429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Two attention heads, also in layer 5 of 6, apparently involved in anaphora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8700"/>
            <a:ext cx="9144000" cy="18288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Generated by Python-pptx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"/>
            <a:ext cx="9144000" cy="1028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Conclusion: Impact and Future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0" cy="3086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 Transformer sets a new benchmark for sequence transduction models, offering faster training and improved performance.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Future work includes extending the model to other modalities like images and audio.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Exploring restricted attention mechanisms for large inputs is another promising direction.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4457700"/>
            <a:ext cx="1828800" cy="3429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Slide 10 | Academic Blue Professional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2900"/>
            <a:ext cx="9144000" cy="3429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0" cy="4457700"/>
          </a:xfrm>
          <a:prstGeom prst="rect">
            <a:avLst/>
          </a:prstGeom>
          <a:solidFill>
            <a:srgbClr val="E6F0FA"/>
          </a:solidFill>
          <a:ln/>
        </p:spPr>
        <p:txBody>
          <a:bodyPr wrap="square">
            <a:normAutofit/>
          </a:bodyPr>
          <a:lstStyle/>
          <a:p/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Thank you for your attention!</a:t>
            </a: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