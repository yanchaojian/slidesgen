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audience engagement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0" y="4457700"/>
            <a:ext cx="18288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Slide 10 | Academic Blue Professional Theme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2900"/>
            <a:ext cx="9144000" cy="3429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4457700"/>
          </a:xfrm>
          <a:prstGeom prst="rect">
            <a:avLst/>
          </a:prstGeom>
          <a:solidFill>
            <a:srgbClr val="E6F0FA"/>
          </a:solidFill>
          <a:ln/>
        </p:spPr>
        <p:txBody>
          <a:bodyPr wrap="square">
            <a:normAutofit/>
          </a:bodyPr>
          <a:lstStyle/>
          <a:p/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Thank you for your attention!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