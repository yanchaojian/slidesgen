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bin" ContentType="application/vnd.openxmlformats-officedocument.presentationml.printerSettings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2-->
<p:presentation xmlns:r="http://schemas.openxmlformats.org/officeDocument/2006/relationships" xmlns:a="http://schemas.openxmlformats.org/drawingml/2006/main" xmlns:p="http://schemas.openxmlformats.org/presentationml/2006/main" saveSubsetFonts="1" autoCompressPictures="0">
  <p:sldMasterIdLst>
    <p:sldMasterId id="2147483648" r:id="rId1"/>
    <p:sldMasterId id="2147483671" r:id="rId3"/>
    <p:sldMasterId id="2147483683" r:id="rId4"/>
    <p:sldMasterId id="2147483695" r:id="rId5"/>
    <p:sldMasterId id="2147483707" r:id="rId6"/>
    <p:sldMasterId id="2147483719" r:id="rId7"/>
    <p:sldMasterId id="2147483731" r:id="rId8"/>
    <p:sldMasterId id="2147483743" r:id="rId9"/>
    <p:sldMasterId id="2147483755" r:id="rId10"/>
    <p:sldMasterId id="2147483767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Master" Target="slideMasters/slideMaster9.xml" /><Relationship Id="rId11" Type="http://schemas.openxmlformats.org/officeDocument/2006/relationships/slideMaster" Target="slideMasters/slideMaster10.xml" /><Relationship Id="rId12" Type="http://schemas.openxmlformats.org/officeDocument/2006/relationships/slide" Target="slides/slide1.xml" /><Relationship Id="rId13" Type="http://schemas.openxmlformats.org/officeDocument/2006/relationships/slide" Target="slides/slide2.xml" /><Relationship Id="rId14" Type="http://schemas.openxmlformats.org/officeDocument/2006/relationships/slide" Target="slides/slide3.xml" /><Relationship Id="rId15" Type="http://schemas.openxmlformats.org/officeDocument/2006/relationships/slide" Target="slides/slide4.xml" /><Relationship Id="rId16" Type="http://schemas.openxmlformats.org/officeDocument/2006/relationships/slide" Target="slides/slide5.xml" /><Relationship Id="rId17" Type="http://schemas.openxmlformats.org/officeDocument/2006/relationships/slide" Target="slides/slide6.xml" /><Relationship Id="rId18" Type="http://schemas.openxmlformats.org/officeDocument/2006/relationships/slide" Target="slides/slide7.xml" /><Relationship Id="rId19" Type="http://schemas.openxmlformats.org/officeDocument/2006/relationships/slide" Target="slides/slide8.xml" /><Relationship Id="rId2" Type="http://schemas.openxmlformats.org/officeDocument/2006/relationships/printerSettings" Target="printerSettings/printerSettings1.bin" /><Relationship Id="rId20" Type="http://schemas.openxmlformats.org/officeDocument/2006/relationships/slide" Target="slides/slide9.xml" /><Relationship Id="rId21" Type="http://schemas.openxmlformats.org/officeDocument/2006/relationships/slide" Target="slides/slide10.xml" /><Relationship Id="rId22" Type="http://schemas.openxmlformats.org/officeDocument/2006/relationships/tags" Target="tags/tag1.xml" /><Relationship Id="rId23" Type="http://schemas.openxmlformats.org/officeDocument/2006/relationships/presProps" Target="presProps.xml" /><Relationship Id="rId24" Type="http://schemas.openxmlformats.org/officeDocument/2006/relationships/viewProps" Target="viewProps.xml" /><Relationship Id="rId25" Type="http://schemas.openxmlformats.org/officeDocument/2006/relationships/theme" Target="theme/theme1.xml" /><Relationship Id="rId26" Type="http://schemas.openxmlformats.org/officeDocument/2006/relationships/tableStyles" Target="tableStyles.xml" /><Relationship Id="rId3" Type="http://schemas.openxmlformats.org/officeDocument/2006/relationships/slideMaster" Target="slideMasters/slideMaster2.xml" /><Relationship Id="rId4" Type="http://schemas.openxmlformats.org/officeDocument/2006/relationships/slideMaster" Target="slideMasters/slideMaster3.xml" /><Relationship Id="rId5" Type="http://schemas.openxmlformats.org/officeDocument/2006/relationships/slideMaster" Target="slideMasters/slideMaster4.xml" /><Relationship Id="rId6" Type="http://schemas.openxmlformats.org/officeDocument/2006/relationships/slideMaster" Target="slideMasters/slideMaster5.xml" /><Relationship Id="rId7" Type="http://schemas.openxmlformats.org/officeDocument/2006/relationships/slideMaster" Target="slideMasters/slideMaster6.xml" /><Relationship Id="rId8" Type="http://schemas.openxmlformats.org/officeDocument/2006/relationships/slideMaster" Target="slideMasters/slideMaster7.xml" /><Relationship Id="rId9" Type="http://schemas.openxmlformats.org/officeDocument/2006/relationships/slideMaster" Target="slideMasters/slideMaster8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_rels/slideMaster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 /><Relationship Id="rId10" Type="http://schemas.openxmlformats.org/officeDocument/2006/relationships/slideLayout" Target="../slideLayouts/slideLayout43.xml" /><Relationship Id="rId11" Type="http://schemas.openxmlformats.org/officeDocument/2006/relationships/slideLayout" Target="../slideLayouts/slideLayout44.xml" /><Relationship Id="rId12" Type="http://schemas.openxmlformats.org/officeDocument/2006/relationships/theme" Target="../theme/theme4.xml" /><Relationship Id="rId2" Type="http://schemas.openxmlformats.org/officeDocument/2006/relationships/slideLayout" Target="../slideLayouts/slideLayout35.xml" /><Relationship Id="rId3" Type="http://schemas.openxmlformats.org/officeDocument/2006/relationships/slideLayout" Target="../slideLayouts/slideLayout36.xml" /><Relationship Id="rId4" Type="http://schemas.openxmlformats.org/officeDocument/2006/relationships/slideLayout" Target="../slideLayouts/slideLayout37.xml" /><Relationship Id="rId5" Type="http://schemas.openxmlformats.org/officeDocument/2006/relationships/slideLayout" Target="../slideLayouts/slideLayout38.xml" /><Relationship Id="rId6" Type="http://schemas.openxmlformats.org/officeDocument/2006/relationships/slideLayout" Target="../slideLayouts/slideLayout39.xml" /><Relationship Id="rId7" Type="http://schemas.openxmlformats.org/officeDocument/2006/relationships/slideLayout" Target="../slideLayouts/slideLayout40.xml" /><Relationship Id="rId8" Type="http://schemas.openxmlformats.org/officeDocument/2006/relationships/slideLayout" Target="../slideLayouts/slideLayout41.xml" /><Relationship Id="rId9" Type="http://schemas.openxmlformats.org/officeDocument/2006/relationships/slideLayout" Target="../slideLayouts/slideLayout42.xml" /></Relationships>
</file>

<file path=ppt/slideMasters/_rels/slideMaster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10" Type="http://schemas.openxmlformats.org/officeDocument/2006/relationships/slideLayout" Target="../slideLayouts/slideLayout54.xml" /><Relationship Id="rId11" Type="http://schemas.openxmlformats.org/officeDocument/2006/relationships/slideLayout" Target="../slideLayouts/slideLayout55.xml" /><Relationship Id="rId12" Type="http://schemas.openxmlformats.org/officeDocument/2006/relationships/theme" Target="../theme/theme5.xml" /><Relationship Id="rId2" Type="http://schemas.openxmlformats.org/officeDocument/2006/relationships/slideLayout" Target="../slideLayouts/slideLayout46.xml" /><Relationship Id="rId3" Type="http://schemas.openxmlformats.org/officeDocument/2006/relationships/slideLayout" Target="../slideLayouts/slideLayout47.xml" /><Relationship Id="rId4" Type="http://schemas.openxmlformats.org/officeDocument/2006/relationships/slideLayout" Target="../slideLayouts/slideLayout48.xml" /><Relationship Id="rId5" Type="http://schemas.openxmlformats.org/officeDocument/2006/relationships/slideLayout" Target="../slideLayouts/slideLayout49.xml" /><Relationship Id="rId6" Type="http://schemas.openxmlformats.org/officeDocument/2006/relationships/slideLayout" Target="../slideLayouts/slideLayout50.xml" /><Relationship Id="rId7" Type="http://schemas.openxmlformats.org/officeDocument/2006/relationships/slideLayout" Target="../slideLayouts/slideLayout51.xml" /><Relationship Id="rId8" Type="http://schemas.openxmlformats.org/officeDocument/2006/relationships/slideLayout" Target="../slideLayouts/slideLayout52.xml" /><Relationship Id="rId9" Type="http://schemas.openxmlformats.org/officeDocument/2006/relationships/slideLayout" Target="../slideLayouts/slideLayout53.xml" /></Relationships>
</file>

<file path=ppt/slideMasters/_rels/slideMaster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10" Type="http://schemas.openxmlformats.org/officeDocument/2006/relationships/slideLayout" Target="../slideLayouts/slideLayout65.xml" /><Relationship Id="rId11" Type="http://schemas.openxmlformats.org/officeDocument/2006/relationships/slideLayout" Target="../slideLayouts/slideLayout66.xml" /><Relationship Id="rId12" Type="http://schemas.openxmlformats.org/officeDocument/2006/relationships/theme" Target="../theme/theme6.xml" /><Relationship Id="rId2" Type="http://schemas.openxmlformats.org/officeDocument/2006/relationships/slideLayout" Target="../slideLayouts/slideLayout57.xml" /><Relationship Id="rId3" Type="http://schemas.openxmlformats.org/officeDocument/2006/relationships/slideLayout" Target="../slideLayouts/slideLayout58.xml" /><Relationship Id="rId4" Type="http://schemas.openxmlformats.org/officeDocument/2006/relationships/slideLayout" Target="../slideLayouts/slideLayout59.xml" /><Relationship Id="rId5" Type="http://schemas.openxmlformats.org/officeDocument/2006/relationships/slideLayout" Target="../slideLayouts/slideLayout60.xml" /><Relationship Id="rId6" Type="http://schemas.openxmlformats.org/officeDocument/2006/relationships/slideLayout" Target="../slideLayouts/slideLayout61.xml" /><Relationship Id="rId7" Type="http://schemas.openxmlformats.org/officeDocument/2006/relationships/slideLayout" Target="../slideLayouts/slideLayout62.xml" /><Relationship Id="rId8" Type="http://schemas.openxmlformats.org/officeDocument/2006/relationships/slideLayout" Target="../slideLayouts/slideLayout63.xml" /><Relationship Id="rId9" Type="http://schemas.openxmlformats.org/officeDocument/2006/relationships/slideLayout" Target="../slideLayouts/slideLayout64.xml" /></Relationships>
</file>

<file path=ppt/slideMasters/_rels/slideMaster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7.xml" /><Relationship Id="rId10" Type="http://schemas.openxmlformats.org/officeDocument/2006/relationships/slideLayout" Target="../slideLayouts/slideLayout76.xml" /><Relationship Id="rId11" Type="http://schemas.openxmlformats.org/officeDocument/2006/relationships/slideLayout" Target="../slideLayouts/slideLayout77.xml" /><Relationship Id="rId12" Type="http://schemas.openxmlformats.org/officeDocument/2006/relationships/theme" Target="../theme/theme7.xml" /><Relationship Id="rId2" Type="http://schemas.openxmlformats.org/officeDocument/2006/relationships/slideLayout" Target="../slideLayouts/slideLayout68.xml" /><Relationship Id="rId3" Type="http://schemas.openxmlformats.org/officeDocument/2006/relationships/slideLayout" Target="../slideLayouts/slideLayout69.xml" /><Relationship Id="rId4" Type="http://schemas.openxmlformats.org/officeDocument/2006/relationships/slideLayout" Target="../slideLayouts/slideLayout70.xml" /><Relationship Id="rId5" Type="http://schemas.openxmlformats.org/officeDocument/2006/relationships/slideLayout" Target="../slideLayouts/slideLayout71.xml" /><Relationship Id="rId6" Type="http://schemas.openxmlformats.org/officeDocument/2006/relationships/slideLayout" Target="../slideLayouts/slideLayout72.xml" /><Relationship Id="rId7" Type="http://schemas.openxmlformats.org/officeDocument/2006/relationships/slideLayout" Target="../slideLayouts/slideLayout73.xml" /><Relationship Id="rId8" Type="http://schemas.openxmlformats.org/officeDocument/2006/relationships/slideLayout" Target="../slideLayouts/slideLayout74.xml" /><Relationship Id="rId9" Type="http://schemas.openxmlformats.org/officeDocument/2006/relationships/slideLayout" Target="../slideLayouts/slideLayout75.xml" /></Relationships>
</file>

<file path=ppt/slideMasters/_rels/slideMaster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8.xml" /><Relationship Id="rId10" Type="http://schemas.openxmlformats.org/officeDocument/2006/relationships/slideLayout" Target="../slideLayouts/slideLayout87.xml" /><Relationship Id="rId11" Type="http://schemas.openxmlformats.org/officeDocument/2006/relationships/slideLayout" Target="../slideLayouts/slideLayout88.xml" /><Relationship Id="rId12" Type="http://schemas.openxmlformats.org/officeDocument/2006/relationships/theme" Target="../theme/theme8.xml" /><Relationship Id="rId2" Type="http://schemas.openxmlformats.org/officeDocument/2006/relationships/slideLayout" Target="../slideLayouts/slideLayout79.xml" /><Relationship Id="rId3" Type="http://schemas.openxmlformats.org/officeDocument/2006/relationships/slideLayout" Target="../slideLayouts/slideLayout80.xml" /><Relationship Id="rId4" Type="http://schemas.openxmlformats.org/officeDocument/2006/relationships/slideLayout" Target="../slideLayouts/slideLayout81.xml" /><Relationship Id="rId5" Type="http://schemas.openxmlformats.org/officeDocument/2006/relationships/slideLayout" Target="../slideLayouts/slideLayout82.xml" /><Relationship Id="rId6" Type="http://schemas.openxmlformats.org/officeDocument/2006/relationships/slideLayout" Target="../slideLayouts/slideLayout83.xml" /><Relationship Id="rId7" Type="http://schemas.openxmlformats.org/officeDocument/2006/relationships/slideLayout" Target="../slideLayouts/slideLayout84.xml" /><Relationship Id="rId8" Type="http://schemas.openxmlformats.org/officeDocument/2006/relationships/slideLayout" Target="../slideLayouts/slideLayout85.xml" /><Relationship Id="rId9" Type="http://schemas.openxmlformats.org/officeDocument/2006/relationships/slideLayout" Target="../slideLayouts/slideLayout86.xml" /></Relationships>
</file>

<file path=ppt/slideMasters/_rels/slideMaster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9.xml" /><Relationship Id="rId10" Type="http://schemas.openxmlformats.org/officeDocument/2006/relationships/slideLayout" Target="../slideLayouts/slideLayout98.xml" /><Relationship Id="rId11" Type="http://schemas.openxmlformats.org/officeDocument/2006/relationships/slideLayout" Target="../slideLayouts/slideLayout99.xml" /><Relationship Id="rId12" Type="http://schemas.openxmlformats.org/officeDocument/2006/relationships/theme" Target="../theme/theme9.xml" /><Relationship Id="rId2" Type="http://schemas.openxmlformats.org/officeDocument/2006/relationships/slideLayout" Target="../slideLayouts/slideLayout90.xml" /><Relationship Id="rId3" Type="http://schemas.openxmlformats.org/officeDocument/2006/relationships/slideLayout" Target="../slideLayouts/slideLayout91.xml" /><Relationship Id="rId4" Type="http://schemas.openxmlformats.org/officeDocument/2006/relationships/slideLayout" Target="../slideLayouts/slideLayout92.xml" /><Relationship Id="rId5" Type="http://schemas.openxmlformats.org/officeDocument/2006/relationships/slideLayout" Target="../slideLayouts/slideLayout93.xml" /><Relationship Id="rId6" Type="http://schemas.openxmlformats.org/officeDocument/2006/relationships/slideLayout" Target="../slideLayouts/slideLayout94.xml" /><Relationship Id="rId7" Type="http://schemas.openxmlformats.org/officeDocument/2006/relationships/slideLayout" Target="../slideLayouts/slideLayout95.xml" /><Relationship Id="rId8" Type="http://schemas.openxmlformats.org/officeDocument/2006/relationships/slideLayout" Target="../slideLayouts/slideLayout96.xml" /><Relationship Id="rId9" Type="http://schemas.openxmlformats.org/officeDocument/2006/relationships/slideLayout" Target="../slideLayouts/slideLayout97.xml" /></Relationships>
</file>

<file path=ppt/slideMasters/_rels/slideMaster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0.xml" /><Relationship Id="rId10" Type="http://schemas.openxmlformats.org/officeDocument/2006/relationships/slideLayout" Target="../slideLayouts/slideLayout109.xml" /><Relationship Id="rId11" Type="http://schemas.openxmlformats.org/officeDocument/2006/relationships/slideLayout" Target="../slideLayouts/slideLayout110.xml" /><Relationship Id="rId12" Type="http://schemas.openxmlformats.org/officeDocument/2006/relationships/theme" Target="../theme/theme10.xml" /><Relationship Id="rId2" Type="http://schemas.openxmlformats.org/officeDocument/2006/relationships/slideLayout" Target="../slideLayouts/slideLayout101.xml" /><Relationship Id="rId3" Type="http://schemas.openxmlformats.org/officeDocument/2006/relationships/slideLayout" Target="../slideLayouts/slideLayout102.xml" /><Relationship Id="rId4" Type="http://schemas.openxmlformats.org/officeDocument/2006/relationships/slideLayout" Target="../slideLayouts/slideLayout103.xml" /><Relationship Id="rId5" Type="http://schemas.openxmlformats.org/officeDocument/2006/relationships/slideLayout" Target="../slideLayouts/slideLayout104.xml" /><Relationship Id="rId6" Type="http://schemas.openxmlformats.org/officeDocument/2006/relationships/slideLayout" Target="../slideLayouts/slideLayout105.xml" /><Relationship Id="rId7" Type="http://schemas.openxmlformats.org/officeDocument/2006/relationships/slideLayout" Target="../slideLayouts/slideLayout106.xml" /><Relationship Id="rId8" Type="http://schemas.openxmlformats.org/officeDocument/2006/relationships/slideLayout" Target="../slideLayouts/slideLayout107.xml" /><Relationship Id="rId9" Type="http://schemas.openxmlformats.org/officeDocument/2006/relationships/slideLayout" Target="../slideLayouts/slideLayout10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 /><Relationship Id="rId2" Type="http://schemas.openxmlformats.org/officeDocument/2006/relationships/image" Target="../media/image1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image" Target="../media/image2.jpeg" /><Relationship Id="rId3" Type="http://schemas.openxmlformats.org/officeDocument/2006/relationships/image" Target="../media/image3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image" Target="../media/image4.jpeg" /><Relationship Id="rId3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2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3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4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572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Background: Sequence Transduction is Transforming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Sequence transduction is crucial for tasks like language modeling and machine translation.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Sequence transduction is crucial for tasks like language modeling and machine translation.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Traditionally, RNNs and CNNs have been the state-of-the-art methods.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Attention mechanisms have been used to improve performance in these models.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572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The Problem: Limitations of Existing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RNNs and CNNs face limitations in parallelization due to their sequential nature.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RNNs and CNNs face limitations in parallelization due to their sequential nature.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These limitations restrict computational efficiency and scalability, especially for long sequences.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A new approach is needed to overcome these constraints.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 flipH="1">
            <a:off x="914400" y="0"/>
            <a:ext cx="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Our Core Contribution: The Transformer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38912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Introduced a novel architecture based solely on attention mechanisms.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Eliminates the need for recurrence and convolution.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Allows for greater parallelization and improved translation quality.</a:t>
            </a:r>
          </a:p>
        </p:txBody>
      </p:sp>
      <p:pic>
        <p:nvPicPr>
          <p:cNvPr id="7" name="Picture 6" descr="_page_2_Figur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743200" cy="3771900"/>
          </a:xfrm>
          <a:prstGeom prst="rect">
            <a:avLst/>
          </a:prstGeom>
        </p:spPr>
      </p:pic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9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572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Methodology: Attention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The Transformer uses a multi-head attention mechanism.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Includes scaled dot-product attention and positional encoding.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Handles sequence order without recurrence.</a:t>
            </a:r>
          </a:p>
        </p:txBody>
      </p:sp>
      <p:pic>
        <p:nvPicPr>
          <p:cNvPr id="7" name="Picture 6" descr="_page_3_Figur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2743200" cy="2286000"/>
          </a:xfrm>
          <a:prstGeom prst="rect">
            <a:avLst/>
          </a:prstGeom>
        </p:spPr>
      </p:pic>
      <p:pic>
        <p:nvPicPr>
          <p:cNvPr id="8" name="Picture 7" descr="temp_eq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4480560" cy="505968"/>
          </a:xfrm>
          <a:prstGeom prst="rect">
            <a:avLst/>
          </a:prstGeom>
        </p:spPr>
      </p:pic>
      <p:sp>
        <p:nvSpPr>
          <p:cNvPr id="9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10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Technical Approach: Multi-Head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Multi-head attention allows the model to attend to different parts of the input sequence simultaneously.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Each head performs scaled dot-product attention.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Results are concatenated and linearly transformed.</a:t>
            </a:r>
          </a:p>
        </p:txBody>
      </p:sp>
      <p:pic>
        <p:nvPicPr>
          <p:cNvPr id="7" name="Picture 6" descr="_page_3_Figure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3657600" cy="2400300"/>
          </a:xfrm>
          <a:prstGeom prst="rect">
            <a:avLst/>
          </a:prstGeom>
        </p:spPr>
      </p:pic>
      <p:pic>
        <p:nvPicPr>
          <p:cNvPr id="8" name="Picture 7" descr="temp_eq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0"/>
            <a:ext cx="6638544" cy="1408176"/>
          </a:xfrm>
          <a:prstGeom prst="rect">
            <a:avLst/>
          </a:prstGeom>
        </p:spPr>
      </p:pic>
      <p:sp>
        <p:nvSpPr>
          <p:cNvPr id="9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10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>
            <a:off x="914400" y="0"/>
            <a:ext cx="91440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Experiments conducted on WMT 2014 English-to-German and English-to-French translation tasks.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Evaluation metrics include BLEU scores.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Baseline methods include state-of-the-art models like GNMT and ConvS2S.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457200"/>
          </a:xfrm>
          <a:prstGeom prst="rect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Key Results: BLEU Scores and Training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The Transformer achieves superior BLEU scores compared to previous models.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Significantly reduced training costs and time.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Demonstrates the model's efficiency and effectiveness.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200400"/>
          <a:ext cx="7315200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61925">
                <a:tc>
                  <a:txBody>
                    <a:bodyPr vert="horz"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EU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Training 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Training Cost (FLOPs)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9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 flipH="1">
            <a:off x="914400" y="0"/>
            <a:ext cx="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Ablation Study: Component Effectiveness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Ablation studies confirm the effectiveness of various model components.</a:t>
            </a:r>
          </a:p>
          <a:p>
            <a:pPr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Multi-head attention and positional encoding are critical for performance.</a:t>
            </a:r>
          </a:p>
          <a:p>
            <a:pPr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The model's architecture allows for efficient parallelization.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46888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 vert="horz" wrap="square"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685800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>
                <a:solidFill>
                  <a:srgbClr val="000000"/>
                </a:solidFill>
                <a:latin typeface="Arial"/>
              </a:defRPr>
            </a:pPr>
            <a:r>
              <a:t>Table 3: Variations on the Transformer architecture.</a:t>
            </a:r>
          </a:p>
        </p:txBody>
      </p:sp>
      <p:sp>
        <p:nvSpPr>
          <p:cNvPr id="9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10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>
            <a:off x="914400" y="0"/>
            <a:ext cx="91440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Conclusion and 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The Transformer model offers a more efficient and scalable approach to sequence transduction.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Achieved state-of-the-art results in machine translation tasks.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Future work includes exploring other applications and further optimizing the model.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 flipH="1">
            <a:off x="914400" y="0"/>
            <a:ext cx="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Thank you for your attention!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Questions and feedback are welcome.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Unix 5.15.0.139"/>
  <p:tag name="AS_RELEASE_DATE" val="2025.12.14"/>
  <p:tag name="AS_TITLE" val="Aspose.Slides for Python via .NET"/>
  <p:tag name="AS_VERSION" val="25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4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5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6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7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8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9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10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69</Paragraphs>
  <Slides>10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13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Python via .NET</Application>
  <AppVersion>25.1200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2025-12-30T04:57:16Z</dcterms:modified>
</cp:coreProperties>
</file>