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Technical Approach: Multi-Head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Multi-head attention allows the model to attend to different parts of the input sequence simultaneously.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Each head performs scaled dot-product attention.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Results are concatenated and linearly transformed.</a:t>
            </a:r>
          </a:p>
        </p:txBody>
      </p:sp>
      <p:pic>
        <p:nvPicPr>
          <p:cNvPr id="7" name="Picture 6" descr="_page_3_Figure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657600" cy="2400300"/>
          </a:xfrm>
          <a:prstGeom prst="rect">
            <a:avLst/>
          </a:prstGeom>
        </p:spPr>
      </p:pic>
      <p:pic>
        <p:nvPicPr>
          <p:cNvPr id="8" name="Picture 7" descr="temp_eq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6638544" cy="1408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