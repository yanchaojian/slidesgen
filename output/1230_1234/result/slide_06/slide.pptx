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91440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Experiments conducted on WMT 2014 English-to-German and English-to-French translation tasks.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Evaluation metrics include BLEU scores.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Baseline methods include state-of-the-art models like GNMT and ConvS2S.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