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Our Core Contribution: The Transformer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38912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Introduced a novel architecture based solely on attention mechanisms.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Eliminates the need for recurrence and convolution.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Allows for greater parallelization and improved translation quality.</a:t>
            </a:r>
          </a:p>
        </p:txBody>
      </p:sp>
      <p:pic>
        <p:nvPicPr>
          <p:cNvPr id="7" name="Picture 6" descr="_page_2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743200" cy="3771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