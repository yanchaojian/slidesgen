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9144" cy="457200"/>
          </a:xfrm>
          <a:prstGeom prst="rect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2800">
                <a:solidFill>
                  <a:srgbClr val="000000"/>
                </a:solidFill>
                <a:latin typeface="Arial"/>
              </a:defRPr>
            </a:pPr>
            <a:r>
              <a:t>Key Results: BLEU Scores and Training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The Transformer achieves superior BLEU scores compared to previous models.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Significantly reduced training costs and time.</a:t>
            </a:r>
          </a:p>
          <a:p>
            <a:pPr>
              <a:spcAft>
                <a:spcPts val="1000"/>
              </a:spcAft>
              <a:defRPr sz="1800">
                <a:solidFill>
                  <a:srgbClr val="A9A9A9"/>
                </a:solidFill>
                <a:latin typeface="Arial"/>
              </a:defRPr>
            </a:pPr>
            <a:r>
              <a:t>Demonstrates the model's efficiency and effectiveness.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200400"/>
          <a:ext cx="7315200" cy="1943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161925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EU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Training 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Training Cost (FLOPs)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6192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