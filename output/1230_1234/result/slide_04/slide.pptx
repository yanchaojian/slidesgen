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4572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Methodology: Attention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The Transformer uses a multi-head attention mechanism.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Includes scaled dot-product attention and positional encoding.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Handles sequence order without recurrence.</a:t>
            </a:r>
          </a:p>
        </p:txBody>
      </p:sp>
      <p:pic>
        <p:nvPicPr>
          <p:cNvPr id="7" name="Picture 6" descr="_page_3_Figure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2743200" cy="2286000"/>
          </a:xfrm>
          <a:prstGeom prst="rect">
            <a:avLst/>
          </a:prstGeom>
        </p:spPr>
      </p:pic>
      <p:pic>
        <p:nvPicPr>
          <p:cNvPr id="8" name="Picture 7" descr="temp_eq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4480560" cy="5059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