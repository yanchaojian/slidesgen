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4572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  <a:latin typeface="Arial"/>
              </a:defRPr>
            </a:pPr>
            <a:r>
              <a:t>Background: Sequence Transduction is Transforming the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315200" cy="3771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Sequence transduction is crucial for tasks like language modeling and machine translation.</a:t>
            </a:r>
          </a:p>
          <a:p>
            <a:pPr algn="l">
              <a:defRPr sz="1800">
                <a:solidFill>
                  <a:srgbClr val="A9A9A9"/>
                </a:solidFill>
                <a:latin typeface="Arial"/>
              </a:defRPr>
            </a:pPr>
            <a:r>
              <a:t>Sequence transduction is crucial for tasks like language modeling and machine translation.</a:t>
            </a:r>
          </a:p>
          <a:p>
            <a:pPr algn="l">
              <a:defRPr sz="1800">
                <a:solidFill>
                  <a:srgbClr val="A9A9A9"/>
                </a:solidFill>
                <a:latin typeface="Arial"/>
              </a:defRPr>
            </a:pPr>
            <a:r>
              <a:t>Traditionally, RNNs and CNNs have been the state-of-the-art methods.</a:t>
            </a:r>
          </a:p>
          <a:p>
            <a:pPr algn="l">
              <a:defRPr sz="1800">
                <a:solidFill>
                  <a:srgbClr val="A9A9A9"/>
                </a:solidFill>
                <a:latin typeface="Arial"/>
              </a:defRPr>
            </a:pPr>
            <a:r>
              <a:t>Attention mechanisms have been used to improve performance in these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