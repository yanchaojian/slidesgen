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4572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  <a:latin typeface="Arial"/>
              </a:defRPr>
            </a:pPr>
            <a:r>
              <a:t>The Problem: Limitations of Existing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3152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RNNs and CNNs face limitations in parallelization due to their sequential nature.</a:t>
            </a:r>
          </a:p>
          <a:p>
            <a:pPr algn="l">
              <a:defRPr sz="1800">
                <a:solidFill>
                  <a:srgbClr val="A9A9A9"/>
                </a:solidFill>
                <a:latin typeface="Arial"/>
              </a:defRPr>
            </a:pPr>
            <a:r>
              <a:t>RNNs and CNNs face limitations in parallelization due to their sequential nature.</a:t>
            </a:r>
          </a:p>
          <a:p>
            <a:pPr algn="l">
              <a:defRPr sz="1800">
                <a:solidFill>
                  <a:srgbClr val="A9A9A9"/>
                </a:solidFill>
                <a:latin typeface="Arial"/>
              </a:defRPr>
            </a:pPr>
            <a:r>
              <a:t>These limitations restrict computational efficiency and scalability, especially for long sequences.</a:t>
            </a:r>
          </a:p>
          <a:p>
            <a:pPr algn="l">
              <a:defRPr sz="1800">
                <a:solidFill>
                  <a:srgbClr val="A9A9A9"/>
                </a:solidFill>
                <a:latin typeface="Arial"/>
              </a:defRPr>
            </a:pPr>
            <a:r>
              <a:t>A new approach is needed to overcome these constraints.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