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ne Callout 1 (No Border) 3"/>
          <p:cNvSpPr/>
          <p:nvPr/>
        </p:nvSpPr>
        <p:spPr>
          <a:xfrm>
            <a:off x="914400" y="0"/>
            <a:ext cx="0" cy="457200"/>
          </a:xfrm>
          <a:prstGeom prst="callout1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Ablation Study: Component Effectiveness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Ablation studies confirm the effectiveness of various model components.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Multi-head attention and positional encoding are critical for performance.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The model's architecture allows for efficient parallelization.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46888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000000"/>
                </a:solidFill>
                <a:latin typeface="Arial"/>
              </a:defRPr>
            </a:pPr>
            <a:r>
              <a:t>Table 3: Variations on the Transformer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