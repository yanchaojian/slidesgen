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91440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Conclusion and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The Transformer model offers a more efficient and scalable approach to sequence transduction.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Achieved state-of-the-art results in machine translation tasks.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Future work includes exploring other applications and further optimizing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