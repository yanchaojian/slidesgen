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ine Callout 1 (No Border) 3"/>
          <p:cNvSpPr/>
          <p:nvPr/>
        </p:nvSpPr>
        <p:spPr>
          <a:xfrm>
            <a:off x="914400" y="0"/>
            <a:ext cx="0" cy="457200"/>
          </a:xfrm>
          <a:prstGeom prst="callout1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Thank you for your attention!</a:t>
            </a:r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Questions and feedback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