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generalization capabilities of the Transformer model to other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  <a:latin typeface="Arial"/>
              </a:defRPr>
            </a:pPr>
            <a:r>
              <a:t>Analysis: Generalization to Other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</a:p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The Transformer model generalizes well to English constituency parsing.</a:t>
            </a:r>
          </a:p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Competitive performance observed in both supervised and semi-supervised settings.</a:t>
            </a:r>
          </a:p>
          <a:p>
            <a:pPr>
              <a:spcAft>
                <a:spcPts val="144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Demonstrates the model's versatility beyond translation tasks.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2004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37160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F1 Score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