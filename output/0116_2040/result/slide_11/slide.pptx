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Appropriately acknowledge all contributions and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ACKNOWLEDGEMENTS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Thank funding agencies, collaborators, advisors, and institutions.</a:t>
            </a:r>
          </a:p>
          <a:p>
            <a:pPr>
              <a:spcAft>
                <a:spcPts val="12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Include logos of funding sources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