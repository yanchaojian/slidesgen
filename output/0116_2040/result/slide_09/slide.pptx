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impact of the Transformer model and future research directions.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200">
                <a:solidFill>
                  <a:srgbClr val="FFFFFF"/>
                </a:solidFill>
                <a:latin typeface="Arial"/>
              </a:defRPr>
            </a:pPr>
            <a:r>
              <a:t>CONCLUSION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33147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spcAft>
                <a:spcPts val="144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Summarize the impact of the Transformer model.</a:t>
            </a:r>
          </a:p>
          <a:p>
            <a:pPr>
              <a:spcAft>
                <a:spcPts val="144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Discuss future research directions.</a:t>
            </a:r>
          </a:p>
          <a:p>
            <a:pPr>
              <a:spcAft>
                <a:spcPts val="144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Highlight key findings and implications.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