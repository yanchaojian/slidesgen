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how positional encoding works and its importance in the Transformer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3200">
                <a:solidFill>
                  <a:srgbClr val="FFFFFF"/>
                </a:solidFill>
                <a:latin typeface="Arial"/>
              </a:defRPr>
            </a:pPr>
            <a:r>
              <a:t>POSITIVE ENCODING IN TRANSFORMERS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Positional encoding helps the model understand the order of tokens in a sequence.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Sine and cosine functions are used for even and odd indices, respectively.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A3B9CC"/>
                </a:solidFill>
                <a:latin typeface="Arial"/>
              </a:defRPr>
            </a:pPr>
            <a:r>
              <a:t>This encoding is crucial for maintaining sequence information without recurrence.</a:t>
            </a:r>
          </a:p>
        </p:txBody>
      </p:sp>
      <p:pic>
        <p:nvPicPr>
          <p:cNvPr id="6" name="Picture 5" descr="tmph6msb6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83280"/>
            <a:ext cx="8229600" cy="10098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