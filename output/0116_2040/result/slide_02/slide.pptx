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challenges faced by traditional models and the need for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PROBLEM: LIMITATIONS OF EXISTING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Existing models using RNNs and CNNs face limitations in parallelization due to their sequential nature.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These models struggle with long-range dependencies and require significant computational resources.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need for more efficient and scalable models is evident.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