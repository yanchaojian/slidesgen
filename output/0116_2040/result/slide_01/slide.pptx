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importance of sequence transduction models and the role of attention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BACKGROUND: SEQUENCE TRANSDUCTION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Sequence transduction models are essential for tasks like language modeling and machine translation.</a:t>
            </a: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Traditionally, these models rely on recurrent neural networks (RNNs) and convolutional neural networks (CNNs).</a:t>
            </a: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Attention mechanisms have emerged as a powerful tool to model dependencies in sequences.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