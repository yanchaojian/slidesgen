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technical details of the attention mechanism used in the Transformer.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TECHNICAL APPROACH: MULTI-HEAD SELF-ATTENTION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ts val="1920"/>
              </a:lnSpc>
              <a:defRPr sz="1600">
                <a:solidFill>
                  <a:srgbClr val="A3B9CC"/>
                </a:solidFill>
                <a:latin typeface="Arial"/>
              </a:defRPr>
            </a:pPr>
          </a:p>
          <a:p>
            <a:pPr/>
            <a:r>
              <a:t>Point 1: Overview of the mechanism.</a:t>
            </a:r>
          </a:p>
          <a:p>
            <a:pPr/>
            <a:r>
              <a:t>Point 2: Key advantages.</a:t>
            </a:r>
          </a:p>
          <a:p>
            <a:pPr/>
            <a:r>
              <a:t>Point 3: Implementation details.</a:t>
            </a:r>
          </a:p>
        </p:txBody>
      </p:sp>
      <p:pic>
        <p:nvPicPr>
          <p:cNvPr id="6" name="Picture 5" descr="_page_3_Figure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1426464" cy="2743200"/>
          </a:xfrm>
          <a:prstGeom prst="rect">
            <a:avLst/>
          </a:prstGeom>
        </p:spPr>
      </p:pic>
      <p:pic>
        <p:nvPicPr>
          <p:cNvPr id="7" name="Picture 6" descr="tmpmefqdx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114800"/>
            <a:ext cx="5971922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