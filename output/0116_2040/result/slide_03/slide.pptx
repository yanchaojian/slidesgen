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an overview of the Transformer model and its advantages.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rial"/>
              </a:defRPr>
            </a:pPr>
            <a:r>
              <a:t>SOLUTION OVERVIEW: THE TRANSFORMER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Transformer model introduces a novel architecture based solely on attention mechanisms.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It eliminates the need for recurrence and convolution, allowing for greater parallelization.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model sets new benchmarks in machine translation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