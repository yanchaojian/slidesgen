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audience engagement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Thank you for your attention!</a:t>
            </a:r>
          </a:p>
          <a:p>
            <a:pPr>
              <a:defRPr sz="1600">
                <a:solidFill>
                  <a:srgbClr val="A3B9CC"/>
                </a:solidFill>
                <a:latin typeface="Arial"/>
              </a:defRPr>
            </a:pPr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