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experimental setup and evaluation metrics used in the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Experiments conducted on WMT 2014 English-to-German and English-to-French translation tasks.</a:t>
            </a:r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Evaluation metrics include BLEU scores.</a:t>
            </a:r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Baseline methods used for comparison include state-of-the-art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