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superior performance and reduced training costs of the Transformer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Key Results: BLEU Scores and Training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achieves superior BLEU scores compared to previous models.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Significant reduction in training costs observed.</a:t>
            </a:r>
          </a:p>
          <a:p>
            <a:pPr>
              <a:spcAft>
                <a:spcPts val="140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Results demonstrate the efficiency and effectiveness of the Transformer model.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432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1,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2,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A3B9CC"/>
                          </a:solidFill>
                          <a:latin typeface="Arial"/>
                        </a:defRPr>
                      </a:pPr>
                      <a:r>
                        <a:t>Row 3,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